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>
      <p:cViewPr varScale="1">
        <p:scale>
          <a:sx n="74" d="100"/>
          <a:sy n="74" d="100"/>
        </p:scale>
        <p:origin x="-1314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PT" smtClean="0"/>
              <a:t>Faça clique para editar o estilo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70387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objec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606776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541758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9584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4" name="Marcador de Posição de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5" name="Marcador de Posição do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6" name="Marcador de Posição de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7" name="Marcador de Posição d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8" name="Marcador de Posição do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310889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4" name="Marcador de Posição do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0397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3" name="Marcador de Posição do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084449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106915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PT" smtClean="0"/>
              <a:t>Clique para editar os estilos</a:t>
            </a:r>
          </a:p>
        </p:txBody>
      </p:sp>
      <p:sp>
        <p:nvSpPr>
          <p:cNvPr id="5" name="Marcador de Posição d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6" name="Marcador de Posição do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820589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112317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548902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 smtClean="0"/>
              <a:t>Clique para editar o estilo</a:t>
            </a:r>
            <a:endParaRPr lang="pt-PT"/>
          </a:p>
        </p:txBody>
      </p:sp>
      <p:sp>
        <p:nvSpPr>
          <p:cNvPr id="3" name="Marcador de Posição do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 smtClean="0"/>
              <a:t>Clique para editar os estilos</a:t>
            </a:r>
          </a:p>
          <a:p>
            <a:pPr lvl="1"/>
            <a:r>
              <a:rPr lang="pt-PT" smtClean="0"/>
              <a:t>Segundo nível</a:t>
            </a:r>
          </a:p>
          <a:p>
            <a:pPr lvl="2"/>
            <a:r>
              <a:rPr lang="pt-PT" smtClean="0"/>
              <a:t>Terceiro nível</a:t>
            </a:r>
          </a:p>
          <a:p>
            <a:pPr lvl="3"/>
            <a:r>
              <a:rPr lang="pt-PT" smtClean="0"/>
              <a:t>Quarto nível</a:t>
            </a:r>
          </a:p>
          <a:p>
            <a:pPr lvl="4"/>
            <a:r>
              <a:rPr lang="pt-PT" smtClean="0"/>
              <a:t>Quinto nível</a:t>
            </a:r>
            <a:endParaRPr lang="pt-PT"/>
          </a:p>
        </p:txBody>
      </p:sp>
      <p:sp>
        <p:nvSpPr>
          <p:cNvPr id="4" name="Marcador de Posição d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8E96D5-A1DB-48F8-BDA3-FF41A7D25C12}" type="datetimeFigureOut">
              <a:rPr lang="pt-PT" smtClean="0"/>
              <a:t>19/05/2021</a:t>
            </a:fld>
            <a:endParaRPr lang="pt-PT"/>
          </a:p>
        </p:txBody>
      </p:sp>
      <p:sp>
        <p:nvSpPr>
          <p:cNvPr id="5" name="Marcador de Posição do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0429EE-E9AA-45A3-B648-30806D8ED6D1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32138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7925" y="1862138"/>
            <a:ext cx="4248150" cy="313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3995936" y="2499427"/>
            <a:ext cx="144016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Nat Network</a:t>
            </a:r>
            <a:endParaRPr lang="en-GB" dirty="0"/>
          </a:p>
        </p:txBody>
      </p:sp>
      <p:sp>
        <p:nvSpPr>
          <p:cNvPr id="4" name="CaixaDeTexto 3"/>
          <p:cNvSpPr txBox="1"/>
          <p:nvPr/>
        </p:nvSpPr>
        <p:spPr>
          <a:xfrm>
            <a:off x="3162105" y="5517232"/>
            <a:ext cx="2880320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Nat Network</a:t>
            </a:r>
            <a:endParaRPr lang="en-GB" dirty="0"/>
          </a:p>
        </p:txBody>
      </p:sp>
      <p:sp>
        <p:nvSpPr>
          <p:cNvPr id="5" name="CaixaDeTexto 4"/>
          <p:cNvSpPr txBox="1"/>
          <p:nvPr/>
        </p:nvSpPr>
        <p:spPr>
          <a:xfrm>
            <a:off x="6696074" y="2360927"/>
            <a:ext cx="1548333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Juice Shop</a:t>
            </a:r>
          </a:p>
          <a:p>
            <a:pPr algn="ctr"/>
            <a:r>
              <a:rPr lang="en-GB" dirty="0" smtClean="0"/>
              <a:t>Debian Linux</a:t>
            </a:r>
          </a:p>
        </p:txBody>
      </p:sp>
      <p:sp>
        <p:nvSpPr>
          <p:cNvPr id="6" name="CaixaDeTexto 5"/>
          <p:cNvSpPr txBox="1"/>
          <p:nvPr/>
        </p:nvSpPr>
        <p:spPr>
          <a:xfrm>
            <a:off x="1403648" y="2360927"/>
            <a:ext cx="128147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Kali Linux</a:t>
            </a:r>
          </a:p>
        </p:txBody>
      </p:sp>
      <p:sp>
        <p:nvSpPr>
          <p:cNvPr id="7" name="CaixaDeTexto 6"/>
          <p:cNvSpPr txBox="1"/>
          <p:nvPr/>
        </p:nvSpPr>
        <p:spPr>
          <a:xfrm>
            <a:off x="1403648" y="4149080"/>
            <a:ext cx="1281470" cy="36933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Kali Linux</a:t>
            </a:r>
          </a:p>
        </p:txBody>
      </p:sp>
      <p:sp>
        <p:nvSpPr>
          <p:cNvPr id="8" name="CaixaDeTexto 7"/>
          <p:cNvSpPr txBox="1"/>
          <p:nvPr/>
        </p:nvSpPr>
        <p:spPr>
          <a:xfrm>
            <a:off x="6696075" y="4010580"/>
            <a:ext cx="1548333" cy="64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Juice Shop</a:t>
            </a:r>
          </a:p>
          <a:p>
            <a:pPr algn="ctr"/>
            <a:r>
              <a:rPr lang="en-GB" dirty="0" smtClean="0"/>
              <a:t>Debian Linux</a:t>
            </a:r>
          </a:p>
        </p:txBody>
      </p:sp>
      <p:sp>
        <p:nvSpPr>
          <p:cNvPr id="9" name="CaixaDeTexto 8"/>
          <p:cNvSpPr txBox="1"/>
          <p:nvPr/>
        </p:nvSpPr>
        <p:spPr>
          <a:xfrm>
            <a:off x="4071166" y="5004090"/>
            <a:ext cx="1062199" cy="369332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GB" dirty="0" smtClean="0"/>
              <a:t>CentOS</a:t>
            </a:r>
          </a:p>
        </p:txBody>
      </p:sp>
    </p:spTree>
    <p:extLst>
      <p:ext uri="{BB962C8B-B14F-4D97-AF65-F5344CB8AC3E}">
        <p14:creationId xmlns:p14="http://schemas.microsoft.com/office/powerpoint/2010/main" val="16235460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17</Words>
  <Application>Microsoft Office PowerPoint</Application>
  <PresentationFormat>Apresentação no Ecrã (4:3)</PresentationFormat>
  <Paragraphs>9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dos diapositivos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Filipe Miguel</dc:creator>
  <cp:lastModifiedBy>Filipe Miguel</cp:lastModifiedBy>
  <cp:revision>2</cp:revision>
  <dcterms:created xsi:type="dcterms:W3CDTF">2021-05-19T16:20:54Z</dcterms:created>
  <dcterms:modified xsi:type="dcterms:W3CDTF">2021-05-19T18:32:11Z</dcterms:modified>
</cp:coreProperties>
</file>